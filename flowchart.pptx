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6C2E-4172-CFA5-5AEC-A3F4F704E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D32B47-9A24-F556-41FF-68D8208515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B034D-0512-E34F-31EC-4896182DF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B4890-3D35-2AF8-FE01-9E9D2BCFB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B89BD-546C-4B93-29FE-CCA84D499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622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23C07-BCBD-51EC-F390-E658B3A5A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0B491-1E73-B503-EECE-F78B4F97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D4499-137B-56CF-5D2A-902879298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61319-FFE9-3BAE-65B2-0C321223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BA5BA-AD70-3C1D-9EF9-26FE3AFF4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18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ECB6D-15D2-31D3-6DAF-A523CB24F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76220-F803-6573-B4E4-5AD598049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D49EF-59CF-34FD-B5C9-B29FC54B9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BCE1F-0E39-0C8E-4369-C1EED3A8E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11D52-C7AB-E9EF-B722-428E8C22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55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15F6-5DA4-2BF0-E195-7BB0F5A13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22046-2234-94B7-8933-295C0AD0F0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90A516-1277-CF9E-EF0D-41FF6B8F2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EE7C34-107F-1AC6-EBA9-DDCDE9A0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E66DD-3856-81AD-1265-F0BEB2E9D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27310-2A5D-AFEC-9AB6-80B4F0EC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63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2DA9-7430-47D0-D9FC-7A6C72996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03A43-B75C-B624-9604-5E5773C67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9BF72-1618-64DF-F4A8-2253CDBD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1D0821-94A1-3F02-38C6-5D494524A8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02E6F-8B4E-65C9-73A2-A53272B81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C1F707-32D0-F571-0023-E16385678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7231D9-C6F4-315B-73CA-4CE5C9EC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6751C-E091-CB10-1E84-0C10C623F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68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3CCA-8997-3F0B-D81B-B09520816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23871C-5280-774F-5FC2-6F6F7370A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DF0A7A-A6F3-6AF5-1D9F-EDC87314E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7EC7E7-A91D-FAFA-423E-F2C6346F8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327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6A83DE-BDF9-3BDD-0694-CFFFE30A7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6C9DC-4FA8-C657-6063-A995F03B7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759A-6185-370E-4940-BD7E379E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08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E14D6-A216-8E0F-E2FA-9933D4B59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124AC-015C-3247-DCE1-1E4F3AACF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C573F2-5AC7-A90B-2AE8-6AF67795A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46F75-3A6C-8263-D81A-D25F006FF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7F880-2DE9-B820-6EBB-A041D6842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D813D-0D6D-72B2-5147-80730AB5E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693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DD4C1-C9CE-9120-E8AB-DEC6D2EC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7D432-FD63-614D-5576-A73551D214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2C17B9-EF17-09CB-1380-7B83EE5A3F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F3CF6-5B98-4458-1EF7-23C429A11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92CAF-F9BD-4756-BD20-6A96D9513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40D5CA-BF90-911D-45CB-A95CB97A6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13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8AC5-0672-D045-AA98-36A10CFE7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29E5D-5524-25E8-CA72-DEEBDEBD6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DA6AC-EB3D-3B48-4DEC-07BBC2E5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47FA2-10D4-B8BB-03A6-D0CB43D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DB0D4-D4E9-402D-71AE-CF58BF39C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8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EC1CF-BDF7-C19B-6F74-C810B3E0F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EC7A29-353D-E1EE-1495-7323BD96D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2DD98-43B7-257B-5A7C-23EC6DE11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54EFA-E48B-D6FA-D7BF-D0AA9A45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23B62-8556-3B2D-EEC5-0EDF15D45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766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6AFC7F-F172-FC5F-93C3-89E1D1A46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97191-049E-81B8-3F5A-33A14FF70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7E116-0268-6812-3FA6-A26F28C1F5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846C9A-3B73-4072-A1B3-7C15C8E1070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EAE9F-48AA-B2CA-CA93-9678EA15DE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3C2FF-53FA-85CF-DA39-181327CA1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D44DAAA-0B55-A940-1CF2-C3B727E7A0E0}"/>
              </a:ext>
            </a:extLst>
          </p:cNvPr>
          <p:cNvSpPr/>
          <p:nvPr/>
        </p:nvSpPr>
        <p:spPr>
          <a:xfrm>
            <a:off x="2597953" y="2376555"/>
            <a:ext cx="2444545" cy="268007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Self-Supervised Training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71299E-E6C7-097F-1DDC-4E5B49ACA873}"/>
              </a:ext>
            </a:extLst>
          </p:cNvPr>
          <p:cNvSpPr/>
          <p:nvPr/>
        </p:nvSpPr>
        <p:spPr>
          <a:xfrm>
            <a:off x="53149" y="1014984"/>
            <a:ext cx="1426464" cy="8126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5D CycIF Volume     V (t, c, z, y, x)     Parameters: r, </a:t>
            </a:r>
            <a:r>
              <a:rPr lang="el-G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γ,τ 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BA620E-636C-D9AD-20B0-C6EF444E251D}"/>
              </a:ext>
            </a:extLst>
          </p:cNvPr>
          <p:cNvSpPr/>
          <p:nvPr/>
        </p:nvSpPr>
        <p:spPr>
          <a:xfrm>
            <a:off x="4653258" y="1008740"/>
            <a:ext cx="1520085" cy="8189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Node/Edge preparation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Volume into composite voxels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EE7798-9206-27AC-5586-B68DFC18AFF3}"/>
              </a:ext>
            </a:extLst>
          </p:cNvPr>
          <p:cNvSpPr/>
          <p:nvPr/>
        </p:nvSpPr>
        <p:spPr>
          <a:xfrm>
            <a:off x="2351151" y="1014984"/>
            <a:ext cx="1527915" cy="8189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Categorize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biomarkers into category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922AFE-335A-F020-6C46-40A9A3EB5A82}"/>
              </a:ext>
            </a:extLst>
          </p:cNvPr>
          <p:cNvSpPr txBox="1"/>
          <p:nvPr/>
        </p:nvSpPr>
        <p:spPr>
          <a:xfrm>
            <a:off x="3831136" y="1175553"/>
            <a:ext cx="9481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Categories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99F9712-FD63-16BB-824F-FB08F077E41A}"/>
              </a:ext>
            </a:extLst>
          </p:cNvPr>
          <p:cNvSpPr/>
          <p:nvPr/>
        </p:nvSpPr>
        <p:spPr>
          <a:xfrm>
            <a:off x="7538744" y="1008740"/>
            <a:ext cx="2023184" cy="8251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construction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Nodes = composite voxels.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= link intra –inter nodes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109058-FF86-151F-BC32-957A4AB83277}"/>
              </a:ext>
            </a:extLst>
          </p:cNvPr>
          <p:cNvSpPr txBox="1"/>
          <p:nvPr/>
        </p:nvSpPr>
        <p:spPr>
          <a:xfrm>
            <a:off x="6105621" y="1144368"/>
            <a:ext cx="149418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= {S1, S2, . . . , </a:t>
            </a:r>
            <a:r>
              <a:rPr lang="en-US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9B11F7-5A15-EAAB-40A8-83469E430E4B}"/>
              </a:ext>
            </a:extLst>
          </p:cNvPr>
          <p:cNvSpPr txBox="1"/>
          <p:nvPr/>
        </p:nvSpPr>
        <p:spPr>
          <a:xfrm>
            <a:off x="6221802" y="1439006"/>
            <a:ext cx="1307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f_</a:t>
            </a:r>
            <a:r>
              <a:rPr lang="en-US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​=[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i​,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i​,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i​]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A854363-9805-3726-4624-95CA972FCA5C}"/>
              </a:ext>
            </a:extLst>
          </p:cNvPr>
          <p:cNvSpPr/>
          <p:nvPr/>
        </p:nvSpPr>
        <p:spPr>
          <a:xfrm>
            <a:off x="10479024" y="1015587"/>
            <a:ext cx="1530096" cy="8189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GAT forward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Compute node embeddings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B1B0F9C-225D-6C14-D281-2204223F381C}"/>
              </a:ext>
            </a:extLst>
          </p:cNvPr>
          <p:cNvSpPr/>
          <p:nvPr/>
        </p:nvSpPr>
        <p:spPr>
          <a:xfrm>
            <a:off x="55550" y="2981325"/>
            <a:ext cx="1030728" cy="8953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Subgraph</a:t>
            </a:r>
          </a:p>
          <a:p>
            <a:r>
              <a:rPr lang="en-US" sz="1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l-P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s_i(k)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7C76476-53FB-F16B-F120-C77D767192F1}"/>
              </a:ext>
            </a:extLst>
          </p:cNvPr>
          <p:cNvCxnSpPr>
            <a:cxnSpLocks/>
            <a:stCxn id="37" idx="2"/>
            <a:endCxn id="62" idx="0"/>
          </p:cNvCxnSpPr>
          <p:nvPr/>
        </p:nvCxnSpPr>
        <p:spPr>
          <a:xfrm rot="5400000">
            <a:off x="5334094" y="-2928653"/>
            <a:ext cx="1146798" cy="10673158"/>
          </a:xfrm>
          <a:prstGeom prst="bentConnector3">
            <a:avLst>
              <a:gd name="adj1" fmla="val 4122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06DB7F5-E6CB-6179-5849-BE3833847C54}"/>
              </a:ext>
            </a:extLst>
          </p:cNvPr>
          <p:cNvSpPr txBox="1"/>
          <p:nvPr/>
        </p:nvSpPr>
        <p:spPr>
          <a:xfrm>
            <a:off x="896112" y="2064381"/>
            <a:ext cx="149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 = GAT(N, E) 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CC57157-270A-4793-6725-CC9FA51CDC2F}"/>
              </a:ext>
            </a:extLst>
          </p:cNvPr>
          <p:cNvSpPr/>
          <p:nvPr/>
        </p:nvSpPr>
        <p:spPr>
          <a:xfrm>
            <a:off x="3069043" y="2805376"/>
            <a:ext cx="1900007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augmentation</a:t>
            </a:r>
          </a:p>
          <a:p>
            <a:r>
              <a:rPr lang="en-US" sz="1200" dirty="0"/>
              <a:t>G¹ and G²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l-P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Mask nodes/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Drop edges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75C79FE-2582-1658-2CFA-29433A94F05A}"/>
              </a:ext>
            </a:extLst>
          </p:cNvPr>
          <p:cNvSpPr/>
          <p:nvPr/>
        </p:nvSpPr>
        <p:spPr>
          <a:xfrm>
            <a:off x="3001039" y="3611919"/>
            <a:ext cx="1971190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Self-supervised loss </a:t>
            </a:r>
            <a:r>
              <a:rPr lang="pl-P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L_contrast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L_mask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L_dist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6528126-D06E-DCA0-8DB5-092BE7677A9C}"/>
              </a:ext>
            </a:extLst>
          </p:cNvPr>
          <p:cNvSpPr/>
          <p:nvPr/>
        </p:nvSpPr>
        <p:spPr>
          <a:xfrm>
            <a:off x="3069042" y="4418462"/>
            <a:ext cx="1900005" cy="43935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Backpropagation</a:t>
            </a:r>
          </a:p>
          <a:p>
            <a:r>
              <a:rPr lang="el-G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 ← θ − η ∇θ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FE429611-EAD5-81B2-55FA-E331E40EB9DD}"/>
              </a:ext>
            </a:extLst>
          </p:cNvPr>
          <p:cNvCxnSpPr>
            <a:cxnSpLocks/>
            <a:stCxn id="80" idx="1"/>
            <a:endCxn id="78" idx="1"/>
          </p:cNvCxnSpPr>
          <p:nvPr/>
        </p:nvCxnSpPr>
        <p:spPr>
          <a:xfrm rot="10800000" flipH="1">
            <a:off x="3069041" y="3078829"/>
            <a:ext cx="1" cy="1559312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42F158A9-6D47-3E14-E95D-648CAD1DDDAE}"/>
              </a:ext>
            </a:extLst>
          </p:cNvPr>
          <p:cNvSpPr txBox="1"/>
          <p:nvPr/>
        </p:nvSpPr>
        <p:spPr>
          <a:xfrm rot="16200000">
            <a:off x="1714797" y="3717002"/>
            <a:ext cx="19738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Repeat until converged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2B77F99-1718-55F5-1C43-9C28BC61AD79}"/>
              </a:ext>
            </a:extLst>
          </p:cNvPr>
          <p:cNvCxnSpPr>
            <a:cxnSpLocks/>
            <a:endCxn id="79" idx="0"/>
          </p:cNvCxnSpPr>
          <p:nvPr/>
        </p:nvCxnSpPr>
        <p:spPr>
          <a:xfrm>
            <a:off x="3984793" y="3386389"/>
            <a:ext cx="1841" cy="2255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42E26493-81D4-DFC5-85E6-5BE38114825C}"/>
              </a:ext>
            </a:extLst>
          </p:cNvPr>
          <p:cNvCxnSpPr>
            <a:cxnSpLocks/>
          </p:cNvCxnSpPr>
          <p:nvPr/>
        </p:nvCxnSpPr>
        <p:spPr>
          <a:xfrm>
            <a:off x="3989539" y="4158825"/>
            <a:ext cx="0" cy="259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B77E17E-0ECB-4ECC-8EAA-A74763D16ADD}"/>
              </a:ext>
            </a:extLst>
          </p:cNvPr>
          <p:cNvCxnSpPr>
            <a:cxnSpLocks/>
          </p:cNvCxnSpPr>
          <p:nvPr/>
        </p:nvCxnSpPr>
        <p:spPr>
          <a:xfrm>
            <a:off x="1104566" y="3429000"/>
            <a:ext cx="14765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FE92D25-3C09-F94A-FFDA-E5415406A3A2}"/>
              </a:ext>
            </a:extLst>
          </p:cNvPr>
          <p:cNvSpPr txBox="1"/>
          <p:nvPr/>
        </p:nvSpPr>
        <p:spPr>
          <a:xfrm>
            <a:off x="1067379" y="3149128"/>
            <a:ext cx="1373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pl-P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_i(k) = σ(</a:t>
            </a:r>
            <a:r>
              <a:rPr lang="pl-P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w_</a:t>
            </a:r>
            <a:r>
              <a:rPr lang="pl-P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kᵀ 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pl-P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_i)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7EE2BBB-78DD-9DC2-7321-CBA07A79D769}"/>
              </a:ext>
            </a:extLst>
          </p:cNvPr>
          <p:cNvSpPr/>
          <p:nvPr/>
        </p:nvSpPr>
        <p:spPr>
          <a:xfrm>
            <a:off x="5427855" y="2924910"/>
            <a:ext cx="1176708" cy="11716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SSL-Trained GAT Inference   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02F8585-DEC4-9E52-DDE9-952ECE610D25}"/>
              </a:ext>
            </a:extLst>
          </p:cNvPr>
          <p:cNvCxnSpPr>
            <a:cxnSpLocks/>
          </p:cNvCxnSpPr>
          <p:nvPr/>
        </p:nvCxnSpPr>
        <p:spPr>
          <a:xfrm>
            <a:off x="6612366" y="3438152"/>
            <a:ext cx="1058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182EF70F-1673-9009-9236-3B031CC0C5AA}"/>
              </a:ext>
            </a:extLst>
          </p:cNvPr>
          <p:cNvSpPr txBox="1"/>
          <p:nvPr/>
        </p:nvSpPr>
        <p:spPr>
          <a:xfrm>
            <a:off x="6587314" y="3144179"/>
            <a:ext cx="11624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pl-P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⁽ᵏ⁾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21E6AD8-2C7B-FAEA-2BB2-9869AFDF69CA}"/>
              </a:ext>
            </a:extLst>
          </p:cNvPr>
          <p:cNvSpPr txBox="1"/>
          <p:nvPr/>
        </p:nvSpPr>
        <p:spPr>
          <a:xfrm>
            <a:off x="5000515" y="3125177"/>
            <a:ext cx="6070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w_k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pl-P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_i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EE054295-AF51-C4ED-1B9F-D1D4DC5A96D3}"/>
              </a:ext>
            </a:extLst>
          </p:cNvPr>
          <p:cNvSpPr/>
          <p:nvPr/>
        </p:nvSpPr>
        <p:spPr>
          <a:xfrm>
            <a:off x="7670894" y="2376555"/>
            <a:ext cx="2353534" cy="27637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Roi scoring &amp; Extraction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87FB60D3-6698-4718-F1FF-46CD6677B2D5}"/>
              </a:ext>
            </a:extLst>
          </p:cNvPr>
          <p:cNvSpPr/>
          <p:nvPr/>
        </p:nvSpPr>
        <p:spPr>
          <a:xfrm>
            <a:off x="7752059" y="2801629"/>
            <a:ext cx="2115411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Pairwise interaction</a:t>
            </a:r>
          </a:p>
          <a:p>
            <a:r>
              <a:rPr lang="en-US" sz="1400" b="1" dirty="0" err="1"/>
              <a:t>i</a:t>
            </a:r>
            <a:r>
              <a:rPr lang="en-US" sz="1200" dirty="0"/>
              <a:t>ᵢⱼ⁽ᵏ⁾ = sᵢ⁽ᵏ⁾ · sⱼ⁽ᵏ⁾ · Īᵢ⁽ᵏ⁾ · Īⱼ⁽ᵏ⁾ · wij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07A06F6-2B3B-C3E5-DC3F-B9E05B3939D4}"/>
              </a:ext>
            </a:extLst>
          </p:cNvPr>
          <p:cNvSpPr/>
          <p:nvPr/>
        </p:nvSpPr>
        <p:spPr>
          <a:xfrm>
            <a:off x="7824487" y="3621522"/>
            <a:ext cx="1965960" cy="658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Node-level interaction</a:t>
            </a:r>
          </a:p>
          <a:p>
            <a:r>
              <a:rPr lang="en-US" sz="1200" dirty="0"/>
              <a:t>Scoreᵣ⁽ᵏ⁾(</a:t>
            </a:r>
            <a:r>
              <a:rPr lang="en-US" sz="1200" dirty="0" err="1"/>
              <a:t>i</a:t>
            </a:r>
            <a:r>
              <a:rPr lang="en-US" sz="1200" dirty="0"/>
              <a:t>) = max {</a:t>
            </a:r>
            <a:r>
              <a:rPr lang="en-US" sz="1400" b="1" dirty="0" err="1"/>
              <a:t>i</a:t>
            </a:r>
            <a:r>
              <a:rPr lang="en-US" sz="1200" dirty="0"/>
              <a:t>ᵢⱼ⁽ᵏ⁾ | j ∈ Nᵣ(</a:t>
            </a:r>
            <a:r>
              <a:rPr lang="en-US" sz="1200" dirty="0" err="1"/>
              <a:t>i</a:t>
            </a:r>
            <a:r>
              <a:rPr lang="en-US" sz="1200" dirty="0"/>
              <a:t>), j ≠ </a:t>
            </a:r>
            <a:r>
              <a:rPr lang="en-US" sz="1200" dirty="0" err="1"/>
              <a:t>i</a:t>
            </a:r>
            <a:r>
              <a:rPr lang="en-US" sz="1200" dirty="0"/>
              <a:t> }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F60FA-124C-33AD-2589-ECC028F98A8A}"/>
              </a:ext>
            </a:extLst>
          </p:cNvPr>
          <p:cNvSpPr/>
          <p:nvPr/>
        </p:nvSpPr>
        <p:spPr>
          <a:xfrm>
            <a:off x="7824487" y="4445876"/>
            <a:ext cx="1965960" cy="5977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Sort scores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scores                           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coordinates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AA20D85-E90A-C772-6F0D-EA42C20E4C57}"/>
              </a:ext>
            </a:extLst>
          </p:cNvPr>
          <p:cNvCxnSpPr>
            <a:cxnSpLocks/>
            <a:stCxn id="117" idx="2"/>
            <a:endCxn id="118" idx="0"/>
          </p:cNvCxnSpPr>
          <p:nvPr/>
        </p:nvCxnSpPr>
        <p:spPr>
          <a:xfrm flipH="1">
            <a:off x="8807467" y="3348535"/>
            <a:ext cx="2298" cy="272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D98E711C-8B54-1526-1A19-2DEECC4B32B3}"/>
              </a:ext>
            </a:extLst>
          </p:cNvPr>
          <p:cNvCxnSpPr>
            <a:cxnSpLocks/>
            <a:stCxn id="118" idx="2"/>
            <a:endCxn id="119" idx="0"/>
          </p:cNvCxnSpPr>
          <p:nvPr/>
        </p:nvCxnSpPr>
        <p:spPr>
          <a:xfrm>
            <a:off x="8807467" y="4279850"/>
            <a:ext cx="0" cy="1660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C30AAB6-ADCA-EC5D-347B-E30BBBC95A4D}"/>
              </a:ext>
            </a:extLst>
          </p:cNvPr>
          <p:cNvCxnSpPr>
            <a:cxnSpLocks/>
          </p:cNvCxnSpPr>
          <p:nvPr/>
        </p:nvCxnSpPr>
        <p:spPr>
          <a:xfrm>
            <a:off x="5025692" y="3435250"/>
            <a:ext cx="419009" cy="2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17D65EB-AFA3-D8AB-0E38-5DDE60EDD2B0}"/>
              </a:ext>
            </a:extLst>
          </p:cNvPr>
          <p:cNvSpPr/>
          <p:nvPr/>
        </p:nvSpPr>
        <p:spPr>
          <a:xfrm>
            <a:off x="10838484" y="2845208"/>
            <a:ext cx="1261390" cy="11800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GAT model</a:t>
            </a:r>
            <a:b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Saliency map 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ROI masks</a:t>
            </a:r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5E544361-BE79-2DF8-2271-773282096E7C}"/>
              </a:ext>
            </a:extLst>
          </p:cNvPr>
          <p:cNvCxnSpPr>
            <a:cxnSpLocks/>
          </p:cNvCxnSpPr>
          <p:nvPr/>
        </p:nvCxnSpPr>
        <p:spPr>
          <a:xfrm>
            <a:off x="10024428" y="3465755"/>
            <a:ext cx="8191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4887E0-F737-ABFD-8132-35D9AC57E235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1479613" y="1421332"/>
            <a:ext cx="871538" cy="3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766269A-66BB-D10C-46DE-603F6C26BAB2}"/>
              </a:ext>
            </a:extLst>
          </p:cNvPr>
          <p:cNvCxnSpPr>
            <a:cxnSpLocks/>
            <a:stCxn id="11" idx="3"/>
            <a:endCxn id="7" idx="1"/>
          </p:cNvCxnSpPr>
          <p:nvPr/>
        </p:nvCxnSpPr>
        <p:spPr>
          <a:xfrm flipV="1">
            <a:off x="3879066" y="1418210"/>
            <a:ext cx="774192" cy="62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001659-4A4A-5C42-4DF8-6A695BF115AC}"/>
              </a:ext>
            </a:extLst>
          </p:cNvPr>
          <p:cNvSpPr txBox="1"/>
          <p:nvPr/>
        </p:nvSpPr>
        <p:spPr>
          <a:xfrm>
            <a:off x="1430655" y="1195191"/>
            <a:ext cx="9481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Voxel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D9C381-5C7F-B54B-3E49-9E8AC3E6F4C3}"/>
              </a:ext>
            </a:extLst>
          </p:cNvPr>
          <p:cNvSpPr txBox="1"/>
          <p:nvPr/>
        </p:nvSpPr>
        <p:spPr>
          <a:xfrm>
            <a:off x="1447708" y="1409885"/>
            <a:ext cx="94087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Coordinate</a:t>
            </a:r>
            <a:b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FD4AEC-4AF0-28E0-D4AC-CE1E96605F3F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>
            <a:off x="6173343" y="1418210"/>
            <a:ext cx="1365401" cy="3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853A568-6A0A-FB10-1CC2-1BA4A67C83D4}"/>
              </a:ext>
            </a:extLst>
          </p:cNvPr>
          <p:cNvCxnSpPr>
            <a:cxnSpLocks/>
            <a:stCxn id="25" idx="3"/>
            <a:endCxn id="37" idx="1"/>
          </p:cNvCxnSpPr>
          <p:nvPr/>
        </p:nvCxnSpPr>
        <p:spPr>
          <a:xfrm>
            <a:off x="9561928" y="1421332"/>
            <a:ext cx="917096" cy="3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AD5CE3C-E78F-7543-1379-EB3FEA28603F}"/>
              </a:ext>
            </a:extLst>
          </p:cNvPr>
          <p:cNvSpPr txBox="1"/>
          <p:nvPr/>
        </p:nvSpPr>
        <p:spPr>
          <a:xfrm>
            <a:off x="9590855" y="1156599"/>
            <a:ext cx="7308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0DE1C14-2D00-815D-5BDC-871EE29DD089}"/>
              </a:ext>
            </a:extLst>
          </p:cNvPr>
          <p:cNvSpPr txBox="1"/>
          <p:nvPr/>
        </p:nvSpPr>
        <p:spPr>
          <a:xfrm>
            <a:off x="1034405" y="3446711"/>
            <a:ext cx="181875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pl-PL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_i(k) =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{f_1(k),…,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f_m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(k)}</a:t>
            </a: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D36B108-F3E6-9FFA-245D-2CECB5C3FF79}"/>
              </a:ext>
            </a:extLst>
          </p:cNvPr>
          <p:cNvCxnSpPr>
            <a:cxnSpLocks/>
          </p:cNvCxnSpPr>
          <p:nvPr/>
        </p:nvCxnSpPr>
        <p:spPr>
          <a:xfrm>
            <a:off x="6173343" y="1828315"/>
            <a:ext cx="1497551" cy="12139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D8BC11E4-E492-B580-6C09-83E9D8A729DE}"/>
              </a:ext>
            </a:extLst>
          </p:cNvPr>
          <p:cNvSpPr txBox="1"/>
          <p:nvPr/>
        </p:nvSpPr>
        <p:spPr>
          <a:xfrm>
            <a:off x="10024428" y="2953583"/>
            <a:ext cx="6638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671436A8-AAF1-6CFF-1A5A-3575BBE04802}"/>
              </a:ext>
            </a:extLst>
          </p:cNvPr>
          <p:cNvSpPr txBox="1"/>
          <p:nvPr/>
        </p:nvSpPr>
        <p:spPr>
          <a:xfrm>
            <a:off x="9953420" y="3502331"/>
            <a:ext cx="9690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Coordinates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1A420E-AF74-BA84-ADD1-C475680263BB}"/>
              </a:ext>
            </a:extLst>
          </p:cNvPr>
          <p:cNvSpPr txBox="1"/>
          <p:nvPr/>
        </p:nvSpPr>
        <p:spPr>
          <a:xfrm>
            <a:off x="9550322" y="1461508"/>
            <a:ext cx="92870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Edges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906BE-2D87-A110-F2C5-B5A0BF5C261C}"/>
              </a:ext>
            </a:extLst>
          </p:cNvPr>
          <p:cNvSpPr txBox="1"/>
          <p:nvPr/>
        </p:nvSpPr>
        <p:spPr>
          <a:xfrm>
            <a:off x="6592465" y="3481892"/>
            <a:ext cx="412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Īᵢ⁽ᵏ⁾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5F21EE-1F84-FC45-45C0-9ACC677CA8B5}"/>
              </a:ext>
            </a:extLst>
          </p:cNvPr>
          <p:cNvSpPr txBox="1"/>
          <p:nvPr/>
        </p:nvSpPr>
        <p:spPr>
          <a:xfrm>
            <a:off x="6584431" y="3692543"/>
            <a:ext cx="685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ij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9DEF0-FD71-84FE-9585-9D6E6412DDC9}"/>
              </a:ext>
            </a:extLst>
          </p:cNvPr>
          <p:cNvSpPr txBox="1"/>
          <p:nvPr/>
        </p:nvSpPr>
        <p:spPr>
          <a:xfrm>
            <a:off x="10014673" y="3173604"/>
            <a:ext cx="6638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Saliency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A7AAFE-8ADE-32D8-2918-0AB662920247}"/>
              </a:ext>
            </a:extLst>
          </p:cNvPr>
          <p:cNvSpPr txBox="1"/>
          <p:nvPr/>
        </p:nvSpPr>
        <p:spPr>
          <a:xfrm>
            <a:off x="10024428" y="3685776"/>
            <a:ext cx="5800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1534198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b="1" dirty="0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287</Words>
  <Application>Microsoft Office PowerPoint</Application>
  <PresentationFormat>Widescreen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Fathollahian, Hossein</dc:creator>
  <cp:lastModifiedBy>Fathollahian, Hossein</cp:lastModifiedBy>
  <cp:revision>12</cp:revision>
  <dcterms:created xsi:type="dcterms:W3CDTF">2026-01-12T00:12:01Z</dcterms:created>
  <dcterms:modified xsi:type="dcterms:W3CDTF">2026-02-05T16:12:23Z</dcterms:modified>
</cp:coreProperties>
</file>