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6C2E-4172-CFA5-5AEC-A3F4F704E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32B47-9A24-F556-41FF-68D820851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B034D-0512-E34F-31EC-4896182D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B4890-3D35-2AF8-FE01-9E9D2BCF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B89BD-546C-4B93-29FE-CCA84D499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2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3C07-BCBD-51EC-F390-E658B3A5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B491-1E73-B503-EECE-F78B4F978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D4499-137B-56CF-5D2A-90287929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61319-FFE9-3BAE-65B2-0C321223E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BA5BA-AD70-3C1D-9EF9-26FE3AFF4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CB6D-15D2-31D3-6DAF-A523CB24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76220-F803-6573-B4E4-5AD598049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D49EF-59CF-34FD-B5C9-B29FC54B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BCE1F-0E39-0C8E-4369-C1EED3A8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11D52-C7AB-E9EF-B722-428E8C22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55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15F6-5DA4-2BF0-E195-7BB0F5A1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22046-2234-94B7-8933-295C0AD0F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0A516-1277-CF9E-EF0D-41FF6B8F2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E7C34-107F-1AC6-EBA9-DDCDE9A0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E66DD-3856-81AD-1265-F0BEB2E9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7310-2A5D-AFEC-9AB6-80B4F0EC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6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2DA9-7430-47D0-D9FC-7A6C7299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03A43-B75C-B624-9604-5E5773C67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9BF72-1618-64DF-F4A8-2253CDBDA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D0821-94A1-3F02-38C6-5D494524A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02E6F-8B4E-65C9-73A2-A53272B81F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1F707-32D0-F571-0023-E1638567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231D9-C6F4-315B-73CA-4CE5C9EC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6751C-E091-CB10-1E84-0C10C623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6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3CCA-8997-3F0B-D81B-B0952081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23871C-5280-774F-5FC2-6F6F7370A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F0A7A-A6F3-6AF5-1D9F-EDC87314E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EC7E7-A91D-FAFA-423E-F2C6346F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2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6A83DE-BDF9-3BDD-0694-CFFFE30A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6C9DC-4FA8-C657-6063-A995F03B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759A-6185-370E-4940-BD7E379E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14D6-A216-8E0F-E2FA-9933D4B5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24AC-015C-3247-DCE1-1E4F3AACF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573F2-5AC7-A90B-2AE8-6AF67795A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46F75-3A6C-8263-D81A-D25F006F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7F880-2DE9-B820-6EBB-A041D6842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D813D-0D6D-72B2-5147-80730AB5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9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D4C1-C9CE-9120-E8AB-DEC6D2ECF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7D432-FD63-614D-5576-A73551D21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C17B9-EF17-09CB-1380-7B83EE5A3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F3CF6-5B98-4458-1EF7-23C429A1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92CAF-F9BD-4756-BD20-6A96D9513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0D5CA-BF90-911D-45CB-A95CB97A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3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8AC5-0672-D045-AA98-36A10CFE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29E5D-5524-25E8-CA72-DEEBDEBD6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DA6AC-EB3D-3B48-4DEC-07BBC2E5D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7FA2-10D4-B8BB-03A6-D0CB43D4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DB0D4-D4E9-402D-71AE-CF58BF39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8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7EC1CF-BDF7-C19B-6F74-C810B3E0F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C7A29-353D-E1EE-1495-7323BD96D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2DD98-43B7-257B-5A7C-23EC6DE11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54EFA-E48B-D6FA-D7BF-D0AA9A45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3B62-8556-3B2D-EEC5-0EDF15D45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6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AFC7F-F172-FC5F-93C3-89E1D1A4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97191-049E-81B8-3F5A-33A14FF7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7E116-0268-6812-3FA6-A26F28C1F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46C9A-3B73-4072-A1B3-7C15C8E1070C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EAE9F-48AA-B2CA-CA93-9678EA15D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3C2FF-53FA-85CF-DA39-181327CA1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F2265-610B-4893-B2D0-4B98B5B5D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1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D44DAAA-0B55-A940-1CF2-C3B727E7A0E0}"/>
              </a:ext>
            </a:extLst>
          </p:cNvPr>
          <p:cNvSpPr/>
          <p:nvPr/>
        </p:nvSpPr>
        <p:spPr>
          <a:xfrm>
            <a:off x="2562859" y="2505455"/>
            <a:ext cx="2444545" cy="25511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Training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299E-E6C7-097F-1DDC-4E5B49ACA873}"/>
              </a:ext>
            </a:extLst>
          </p:cNvPr>
          <p:cNvSpPr/>
          <p:nvPr/>
        </p:nvSpPr>
        <p:spPr>
          <a:xfrm>
            <a:off x="53149" y="1014984"/>
            <a:ext cx="1426464" cy="8126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5D CycIF Volume     V (T, C, Z, Y, X)     Parameters: r, R, </a:t>
            </a:r>
            <a:r>
              <a:rPr lang="el-G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γ,τ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A620E-636C-D9AD-20B0-C6EF444E251D}"/>
              </a:ext>
            </a:extLst>
          </p:cNvPr>
          <p:cNvSpPr/>
          <p:nvPr/>
        </p:nvSpPr>
        <p:spPr>
          <a:xfrm>
            <a:off x="4653258" y="1008740"/>
            <a:ext cx="1520085" cy="8189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Node/Edge preparation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Volume into composite voxels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E7798-9206-27AC-5586-B68DFC18AFF3}"/>
              </a:ext>
            </a:extLst>
          </p:cNvPr>
          <p:cNvSpPr/>
          <p:nvPr/>
        </p:nvSpPr>
        <p:spPr>
          <a:xfrm>
            <a:off x="2351151" y="1014984"/>
            <a:ext cx="1527915" cy="8189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biomarkers into category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C_k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22AFE-335A-F020-6C46-40A9A3EB5A82}"/>
              </a:ext>
            </a:extLst>
          </p:cNvPr>
          <p:cNvSpPr txBox="1"/>
          <p:nvPr/>
        </p:nvSpPr>
        <p:spPr>
          <a:xfrm>
            <a:off x="3792104" y="1175078"/>
            <a:ext cx="9481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9F9712-FD63-16BB-824F-FB08F077E41A}"/>
              </a:ext>
            </a:extLst>
          </p:cNvPr>
          <p:cNvSpPr/>
          <p:nvPr/>
        </p:nvSpPr>
        <p:spPr>
          <a:xfrm>
            <a:off x="7538744" y="1008740"/>
            <a:ext cx="2023184" cy="8251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= composite voxels.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= link intra –inter nodes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109058-FF86-151F-BC32-957A4AB83277}"/>
              </a:ext>
            </a:extLst>
          </p:cNvPr>
          <p:cNvSpPr txBox="1"/>
          <p:nvPr/>
        </p:nvSpPr>
        <p:spPr>
          <a:xfrm>
            <a:off x="6105621" y="1144368"/>
            <a:ext cx="149418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{S1, S2, . . . , 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9B11F7-5A15-EAAB-40A8-83469E430E4B}"/>
              </a:ext>
            </a:extLst>
          </p:cNvPr>
          <p:cNvSpPr txBox="1"/>
          <p:nvPr/>
        </p:nvSpPr>
        <p:spPr>
          <a:xfrm>
            <a:off x="6173343" y="1429463"/>
            <a:ext cx="13074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Fi​=[xi​,</a:t>
            </a:r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​,ci​]</a:t>
            </a: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Eᵢ = [xᵢ, wᵢ, ci]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854363-9805-3726-4624-95CA972FCA5C}"/>
              </a:ext>
            </a:extLst>
          </p:cNvPr>
          <p:cNvSpPr/>
          <p:nvPr/>
        </p:nvSpPr>
        <p:spPr>
          <a:xfrm>
            <a:off x="10344912" y="1015587"/>
            <a:ext cx="1664208" cy="8189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 forward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 node embeddings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B1B0F9C-225D-6C14-D281-2204223F381C}"/>
              </a:ext>
            </a:extLst>
          </p:cNvPr>
          <p:cNvSpPr/>
          <p:nvPr/>
        </p:nvSpPr>
        <p:spPr>
          <a:xfrm>
            <a:off x="55550" y="2981325"/>
            <a:ext cx="1030728" cy="8953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  <a:p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</a:p>
          <a:p>
            <a:r>
              <a:rPr lang="pl-P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s_i(k)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C7C76476-53FB-F16B-F120-C77D767192F1}"/>
              </a:ext>
            </a:extLst>
          </p:cNvPr>
          <p:cNvCxnSpPr>
            <a:cxnSpLocks/>
            <a:stCxn id="37" idx="2"/>
            <a:endCxn id="62" idx="0"/>
          </p:cNvCxnSpPr>
          <p:nvPr/>
        </p:nvCxnSpPr>
        <p:spPr>
          <a:xfrm rot="5400000">
            <a:off x="5300566" y="-2895125"/>
            <a:ext cx="1146798" cy="10606102"/>
          </a:xfrm>
          <a:prstGeom prst="bentConnector3">
            <a:avLst>
              <a:gd name="adj1" fmla="val 436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06DB7F5-E6CB-6179-5849-BE3833847C54}"/>
              </a:ext>
            </a:extLst>
          </p:cNvPr>
          <p:cNvSpPr txBox="1"/>
          <p:nvPr/>
        </p:nvSpPr>
        <p:spPr>
          <a:xfrm>
            <a:off x="896112" y="2064381"/>
            <a:ext cx="149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GAT(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F_i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E_i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CC57157-270A-4793-6725-CC9FA51CDC2F}"/>
              </a:ext>
            </a:extLst>
          </p:cNvPr>
          <p:cNvSpPr/>
          <p:nvPr/>
        </p:nvSpPr>
        <p:spPr>
          <a:xfrm>
            <a:off x="3033949" y="2805376"/>
            <a:ext cx="1900007" cy="54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augmentation</a:t>
            </a:r>
          </a:p>
          <a:p>
            <a:r>
              <a:rPr lang="en-US" sz="1200" dirty="0"/>
              <a:t>G¹ and G²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 nodes/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Drop edges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75C79FE-2582-1658-2CFA-29433A94F05A}"/>
              </a:ext>
            </a:extLst>
          </p:cNvPr>
          <p:cNvSpPr/>
          <p:nvPr/>
        </p:nvSpPr>
        <p:spPr>
          <a:xfrm>
            <a:off x="2965945" y="3611919"/>
            <a:ext cx="1971190" cy="54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Self-supervised loss </a:t>
            </a:r>
            <a:r>
              <a:rPr lang="pl-PL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L_contrast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L_mask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L_dist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6528126-D06E-DCA0-8DB5-092BE7677A9C}"/>
              </a:ext>
            </a:extLst>
          </p:cNvPr>
          <p:cNvSpPr/>
          <p:nvPr/>
        </p:nvSpPr>
        <p:spPr>
          <a:xfrm>
            <a:off x="3033948" y="4418462"/>
            <a:ext cx="1900005" cy="4393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  <a:p>
            <a:r>
              <a:rPr lang="el-G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← θ − η ∇θ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E429611-EAD5-81B2-55FA-E331E40EB9DD}"/>
              </a:ext>
            </a:extLst>
          </p:cNvPr>
          <p:cNvCxnSpPr>
            <a:cxnSpLocks/>
            <a:stCxn id="80" idx="1"/>
            <a:endCxn id="78" idx="1"/>
          </p:cNvCxnSpPr>
          <p:nvPr/>
        </p:nvCxnSpPr>
        <p:spPr>
          <a:xfrm rot="10800000" flipH="1">
            <a:off x="3033947" y="3078829"/>
            <a:ext cx="1" cy="1559312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2F158A9-6D47-3E14-E95D-648CAD1DDDAE}"/>
              </a:ext>
            </a:extLst>
          </p:cNvPr>
          <p:cNvSpPr txBox="1"/>
          <p:nvPr/>
        </p:nvSpPr>
        <p:spPr>
          <a:xfrm rot="16200000">
            <a:off x="1679703" y="3717002"/>
            <a:ext cx="19738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until converged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2B77F99-1718-55F5-1C43-9C28BC61AD7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3949699" y="3386389"/>
            <a:ext cx="1841" cy="2255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2E26493-81D4-DFC5-85E6-5BE38114825C}"/>
              </a:ext>
            </a:extLst>
          </p:cNvPr>
          <p:cNvCxnSpPr>
            <a:cxnSpLocks/>
          </p:cNvCxnSpPr>
          <p:nvPr/>
        </p:nvCxnSpPr>
        <p:spPr>
          <a:xfrm>
            <a:off x="3954445" y="4158825"/>
            <a:ext cx="0" cy="259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B77E17E-0ECB-4ECC-8EAA-A74763D16ADD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1086278" y="3429000"/>
            <a:ext cx="14765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BFE92D25-3C09-F94A-FFDA-E5415406A3A2}"/>
              </a:ext>
            </a:extLst>
          </p:cNvPr>
          <p:cNvSpPr txBox="1"/>
          <p:nvPr/>
        </p:nvSpPr>
        <p:spPr>
          <a:xfrm>
            <a:off x="1067379" y="3149128"/>
            <a:ext cx="1373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_i(k) = σ(w_kᵀ Z_i)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7EE2BBB-78DD-9DC2-7321-CBA07A79D769}"/>
              </a:ext>
            </a:extLst>
          </p:cNvPr>
          <p:cNvSpPr/>
          <p:nvPr/>
        </p:nvSpPr>
        <p:spPr>
          <a:xfrm>
            <a:off x="5426413" y="2758377"/>
            <a:ext cx="1167046" cy="1618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SSL-Trained GAT Inference   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02F8585-DEC4-9E52-DDE9-952ECE610D25}"/>
              </a:ext>
            </a:extLst>
          </p:cNvPr>
          <p:cNvCxnSpPr>
            <a:cxnSpLocks/>
          </p:cNvCxnSpPr>
          <p:nvPr/>
        </p:nvCxnSpPr>
        <p:spPr>
          <a:xfrm>
            <a:off x="6612366" y="3438152"/>
            <a:ext cx="10585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82EF70F-1673-9009-9236-3B031CC0C5AA}"/>
              </a:ext>
            </a:extLst>
          </p:cNvPr>
          <p:cNvSpPr txBox="1"/>
          <p:nvPr/>
        </p:nvSpPr>
        <p:spPr>
          <a:xfrm>
            <a:off x="6560406" y="3508528"/>
            <a:ext cx="11624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l-P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={s_1,..,s_m}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1E6AD8-2C7B-FAEA-2BB2-9869AFDF69CA}"/>
              </a:ext>
            </a:extLst>
          </p:cNvPr>
          <p:cNvSpPr txBox="1"/>
          <p:nvPr/>
        </p:nvSpPr>
        <p:spPr>
          <a:xfrm>
            <a:off x="5000515" y="3125177"/>
            <a:ext cx="60705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W_k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Z_i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EE054295-AF51-C4ED-1B9F-D1D4DC5A96D3}"/>
              </a:ext>
            </a:extLst>
          </p:cNvPr>
          <p:cNvSpPr/>
          <p:nvPr/>
        </p:nvSpPr>
        <p:spPr>
          <a:xfrm>
            <a:off x="7670894" y="2460229"/>
            <a:ext cx="2356060" cy="26800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 scoring &amp; Extraction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7FB60D3-6698-4718-F1FF-46CD6677B2D5}"/>
              </a:ext>
            </a:extLst>
          </p:cNvPr>
          <p:cNvSpPr/>
          <p:nvPr/>
        </p:nvSpPr>
        <p:spPr>
          <a:xfrm>
            <a:off x="7752059" y="2801629"/>
            <a:ext cx="2115411" cy="5469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interaction</a:t>
            </a:r>
          </a:p>
          <a:p>
            <a:r>
              <a:rPr lang="en-US" sz="1200" dirty="0"/>
              <a:t>Iᵢⱼ⁽ᵏ⁾ = sᵢ⁽ᵏ⁾ · sⱼ⁽ᵏ⁾ · Īᵢ⁽ᵏ⁾ · Īⱼ⁽ᵏ⁾ · wij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07A06F6-2B3B-C3E5-DC3F-B9E05B3939D4}"/>
              </a:ext>
            </a:extLst>
          </p:cNvPr>
          <p:cNvSpPr/>
          <p:nvPr/>
        </p:nvSpPr>
        <p:spPr>
          <a:xfrm>
            <a:off x="7824487" y="3621522"/>
            <a:ext cx="1965960" cy="658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Node-level interaction</a:t>
            </a:r>
          </a:p>
          <a:p>
            <a:r>
              <a:rPr lang="en-US" sz="1200" dirty="0"/>
              <a:t>Scoreᵣ⁽ᵏ⁾(</a:t>
            </a:r>
            <a:r>
              <a:rPr lang="en-US" sz="1200" dirty="0" err="1"/>
              <a:t>i</a:t>
            </a:r>
            <a:r>
              <a:rPr lang="en-US" sz="1200" dirty="0"/>
              <a:t>) = max { Iᵢⱼ⁽ᵏ⁾ | j ∈ Nᵣ(</a:t>
            </a:r>
            <a:r>
              <a:rPr lang="en-US" sz="1200" dirty="0" err="1"/>
              <a:t>i</a:t>
            </a:r>
            <a:r>
              <a:rPr lang="en-US" sz="1200" dirty="0"/>
              <a:t>), j ≠ </a:t>
            </a:r>
            <a:r>
              <a:rPr lang="en-US" sz="1200" dirty="0" err="1"/>
              <a:t>i</a:t>
            </a:r>
            <a:r>
              <a:rPr lang="en-US" sz="1200" dirty="0"/>
              <a:t> }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D7F60FA-124C-33AD-2589-ECC028F98A8A}"/>
              </a:ext>
            </a:extLst>
          </p:cNvPr>
          <p:cNvSpPr/>
          <p:nvPr/>
        </p:nvSpPr>
        <p:spPr>
          <a:xfrm>
            <a:off x="7824487" y="4445876"/>
            <a:ext cx="1965960" cy="5977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scores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scores                          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coordinates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AA20D85-E90A-C772-6F0D-EA42C20E4C57}"/>
              </a:ext>
            </a:extLst>
          </p:cNvPr>
          <p:cNvCxnSpPr>
            <a:cxnSpLocks/>
            <a:stCxn id="117" idx="2"/>
            <a:endCxn id="118" idx="0"/>
          </p:cNvCxnSpPr>
          <p:nvPr/>
        </p:nvCxnSpPr>
        <p:spPr>
          <a:xfrm flipH="1">
            <a:off x="8807467" y="3348535"/>
            <a:ext cx="2298" cy="272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98E711C-8B54-1526-1A19-2DEECC4B32B3}"/>
              </a:ext>
            </a:extLst>
          </p:cNvPr>
          <p:cNvCxnSpPr>
            <a:cxnSpLocks/>
            <a:stCxn id="118" idx="2"/>
            <a:endCxn id="119" idx="0"/>
          </p:cNvCxnSpPr>
          <p:nvPr/>
        </p:nvCxnSpPr>
        <p:spPr>
          <a:xfrm>
            <a:off x="8807467" y="4279850"/>
            <a:ext cx="0" cy="166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AC30AAB6-ADCA-EC5D-347B-E30BBBC95A4D}"/>
              </a:ext>
            </a:extLst>
          </p:cNvPr>
          <p:cNvCxnSpPr>
            <a:cxnSpLocks/>
          </p:cNvCxnSpPr>
          <p:nvPr/>
        </p:nvCxnSpPr>
        <p:spPr>
          <a:xfrm>
            <a:off x="5007404" y="3435250"/>
            <a:ext cx="419009" cy="2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>
            <a:extLst>
              <a:ext uri="{FF2B5EF4-FFF2-40B4-BE49-F238E27FC236}">
                <a16:creationId xmlns:a16="http://schemas.microsoft.com/office/drawing/2014/main" id="{117D65EB-AFA3-D8AB-0E38-5DDE60EDD2B0}"/>
              </a:ext>
            </a:extLst>
          </p:cNvPr>
          <p:cNvSpPr/>
          <p:nvPr/>
        </p:nvSpPr>
        <p:spPr>
          <a:xfrm>
            <a:off x="10734513" y="2845208"/>
            <a:ext cx="1401937" cy="11800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-GAT model</a:t>
            </a:r>
            <a:b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-Saliency map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-ROI masks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E544361-BE79-2DF8-2271-773282096E7C}"/>
              </a:ext>
            </a:extLst>
          </p:cNvPr>
          <p:cNvCxnSpPr>
            <a:cxnSpLocks/>
          </p:cNvCxnSpPr>
          <p:nvPr/>
        </p:nvCxnSpPr>
        <p:spPr>
          <a:xfrm>
            <a:off x="10026954" y="3462664"/>
            <a:ext cx="7075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4887E0-F737-ABFD-8132-35D9AC57E235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1479613" y="1421332"/>
            <a:ext cx="871538" cy="3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66269A-66BB-D10C-46DE-603F6C26BAB2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3879066" y="1418210"/>
            <a:ext cx="774192" cy="6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001659-4A4A-5C42-4DF8-6A695BF115AC}"/>
              </a:ext>
            </a:extLst>
          </p:cNvPr>
          <p:cNvSpPr txBox="1"/>
          <p:nvPr/>
        </p:nvSpPr>
        <p:spPr>
          <a:xfrm>
            <a:off x="1430655" y="1195191"/>
            <a:ext cx="9481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Voxel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D9C381-5C7F-B54B-3E49-9E8AC3E6F4C3}"/>
              </a:ext>
            </a:extLst>
          </p:cNvPr>
          <p:cNvSpPr txBox="1"/>
          <p:nvPr/>
        </p:nvSpPr>
        <p:spPr>
          <a:xfrm>
            <a:off x="1447708" y="1409885"/>
            <a:ext cx="9408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FD4AEC-4AF0-28E0-D4AC-CE1E96605F3F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>
            <a:off x="6173343" y="1418210"/>
            <a:ext cx="1365401" cy="3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853A568-6A0A-FB10-1CC2-1BA4A67C83D4}"/>
              </a:ext>
            </a:extLst>
          </p:cNvPr>
          <p:cNvCxnSpPr>
            <a:cxnSpLocks/>
            <a:stCxn id="25" idx="3"/>
            <a:endCxn id="37" idx="1"/>
          </p:cNvCxnSpPr>
          <p:nvPr/>
        </p:nvCxnSpPr>
        <p:spPr>
          <a:xfrm>
            <a:off x="9561928" y="1421332"/>
            <a:ext cx="782984" cy="3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AD5CE3C-E78F-7543-1379-EB3FEA28603F}"/>
              </a:ext>
            </a:extLst>
          </p:cNvPr>
          <p:cNvSpPr txBox="1"/>
          <p:nvPr/>
        </p:nvSpPr>
        <p:spPr>
          <a:xfrm>
            <a:off x="9590855" y="1156599"/>
            <a:ext cx="73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G=(V,E)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0DE1C14-2D00-815D-5BDC-871EE29DD089}"/>
              </a:ext>
            </a:extLst>
          </p:cNvPr>
          <p:cNvSpPr txBox="1"/>
          <p:nvPr/>
        </p:nvSpPr>
        <p:spPr>
          <a:xfrm>
            <a:off x="1034405" y="3446711"/>
            <a:ext cx="181875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pl-PL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_i(k) =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{f_1(k),…,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f_m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(k)}</a:t>
            </a:r>
          </a:p>
        </p:txBody>
      </p: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FD36B108-F3E6-9FFA-245D-2CECB5C3FF79}"/>
              </a:ext>
            </a:extLst>
          </p:cNvPr>
          <p:cNvCxnSpPr>
            <a:cxnSpLocks/>
          </p:cNvCxnSpPr>
          <p:nvPr/>
        </p:nvCxnSpPr>
        <p:spPr>
          <a:xfrm>
            <a:off x="6173343" y="1828315"/>
            <a:ext cx="1497551" cy="12139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D8BC11E4-E492-B580-6C09-83E9D8A729DE}"/>
              </a:ext>
            </a:extLst>
          </p:cNvPr>
          <p:cNvSpPr txBox="1"/>
          <p:nvPr/>
        </p:nvSpPr>
        <p:spPr>
          <a:xfrm>
            <a:off x="10024428" y="3161388"/>
            <a:ext cx="663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71436A8-AAF1-6CFF-1A5A-3575BBE04802}"/>
              </a:ext>
            </a:extLst>
          </p:cNvPr>
          <p:cNvSpPr txBox="1"/>
          <p:nvPr/>
        </p:nvSpPr>
        <p:spPr>
          <a:xfrm>
            <a:off x="9953420" y="3502331"/>
            <a:ext cx="8901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</a:p>
        </p:txBody>
      </p:sp>
    </p:spTree>
    <p:extLst>
      <p:ext uri="{BB962C8B-B14F-4D97-AF65-F5344CB8AC3E}">
        <p14:creationId xmlns:p14="http://schemas.microsoft.com/office/powerpoint/2010/main" val="153419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b="1"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302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Fathollahian, Hossein</dc:creator>
  <cp:lastModifiedBy>Fathollahian, Hossein</cp:lastModifiedBy>
  <cp:revision>9</cp:revision>
  <dcterms:created xsi:type="dcterms:W3CDTF">2026-01-12T00:12:01Z</dcterms:created>
  <dcterms:modified xsi:type="dcterms:W3CDTF">2026-02-02T03:37:39Z</dcterms:modified>
</cp:coreProperties>
</file>